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3977C8-6C0C-43E2-B871-F3D74B9BA7E7}">
  <a:tblStyle styleId="{4C3977C8-6C0C-43E2-B871-F3D74B9BA7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5d625b4b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5d625b4b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f5d625b4b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5d625b4b2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f5d625b4b2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5d625b4b2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d4a06898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f5d4a06898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5d4a06898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5d4a06898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5d4a06898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" name="Google Shape;30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38" name="Google Shape;38;p2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7" name="Google Shape;67;p6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215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E7818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70196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5098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sp>
        <p:nvSpPr>
          <p:cNvPr id="21" name="Google Shape;21;p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idx="1" type="subTitle"/>
          </p:nvPr>
        </p:nvSpPr>
        <p:spPr>
          <a:xfrm>
            <a:off x="465249" y="5347738"/>
            <a:ext cx="4668000" cy="1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sz="2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3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3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V.Vamsidhar Reddy (192365029)</a:t>
            </a:r>
            <a:endParaRPr sz="2300">
              <a:solidFill>
                <a:srgbClr val="333333"/>
              </a:solidFill>
            </a:endParaRPr>
          </a:p>
        </p:txBody>
      </p:sp>
      <p:pic>
        <p:nvPicPr>
          <p:cNvPr descr="SSE-Computer Science and Engineeri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6325" y="202675"/>
            <a:ext cx="8452901" cy="12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2808100" y="2383325"/>
            <a:ext cx="432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CSA1402-Compiler Design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28075" y="3252600"/>
            <a:ext cx="4836600" cy="9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Presentation</a:t>
            </a:r>
            <a:br>
              <a:rPr b="1" lang="en-US" sz="31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US" sz="31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</a:t>
            </a:r>
            <a:r>
              <a:rPr b="1" lang="en-US" sz="31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Cross Compilers</a:t>
            </a:r>
            <a:endParaRPr b="1" sz="310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593717" y="929722"/>
            <a:ext cx="85971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/>
              <a:t>Introduction:</a:t>
            </a:r>
            <a:endParaRPr/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734825" y="1545225"/>
            <a:ext cx="8903700" cy="62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Cross Compiler is a specialized compiler that executes on a host system but generates executable machine code for a different target system or processor architecture.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compilation separates the development environment from the execution environment, allowing software to be developed on powerful computers while being deployed on resource-constrained hardware.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cross-compilers such as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GNU GCC (ARM GCC), Clang/LLVM, AVR-GCC, and MinGW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widely used because they enable developers to compile software on a host computer and generate optimized executables for different target architectures, ensuring portability, efficient development, and support for embedded systems. 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367748" y="560325"/>
            <a:ext cx="4323522" cy="7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Working Process</a:t>
            </a:r>
            <a:endParaRPr/>
          </a:p>
        </p:txBody>
      </p:sp>
      <p:pic>
        <p:nvPicPr>
          <p:cNvPr id="163" name="Google Shape;163;p20" title="ChatGPT Image Jul 28, 2026, 11_28_47 AM.png"/>
          <p:cNvPicPr preferRelativeResize="0"/>
          <p:nvPr/>
        </p:nvPicPr>
        <p:blipFill rotWithShape="1">
          <a:blip r:embed="rId3">
            <a:alphaModFix/>
          </a:blip>
          <a:srcRect b="38662" l="0" r="0" t="5813"/>
          <a:stretch/>
        </p:blipFill>
        <p:spPr>
          <a:xfrm>
            <a:off x="455975" y="1760175"/>
            <a:ext cx="9349751" cy="429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2119676" y="0"/>
            <a:ext cx="71775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en-US" sz="3800"/>
              <a:t>widely used cross compilers </a:t>
            </a:r>
            <a:endParaRPr b="1" sz="3800"/>
          </a:p>
        </p:txBody>
      </p:sp>
      <p:graphicFrame>
        <p:nvGraphicFramePr>
          <p:cNvPr id="170" name="Google Shape;170;p21"/>
          <p:cNvGraphicFramePr/>
          <p:nvPr/>
        </p:nvGraphicFramePr>
        <p:xfrm>
          <a:off x="204150" y="107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{4C3977C8-6C0C-43E2-B871-F3D74B9BA7E7}</a:tableStyleId>
              </a:tblPr>
              <a:tblGrid>
                <a:gridCol w="3394975"/>
                <a:gridCol w="3394975"/>
                <a:gridCol w="3394975"/>
              </a:tblGrid>
              <a:tr h="355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Cross Compiler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Target Architecture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Common Applications</a:t>
                      </a:r>
                      <a:endParaRPr b="1" sz="1800"/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GNU ARM GCC (arm-none-eabi-gcc)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ARM Cortex-M, ARM Cortex-A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Embedded systems, IoT, STM32, Raspberry Pi Pico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AVR-GCC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AVR Microcontrollers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Uno, ATmega328P, embedded firmware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Clang/LLVM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ARM, x86, RISC-V, MIPS, PowerPC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Cross-platform software, operating systems, embedded development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MIPS GCC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MIPS Processors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Routers, networking devices, embedded Linux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RISC-V GCC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RISC-V Processors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Open-source processors, research, IoT devices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MinGW (Minimalist GNU for Windows)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Windows (PE format)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Building Windows applications from Linux or other platforms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27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Android NDK (LLVM/Clang)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ARM, ARM64, x86, x86_64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Native Android application development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PowerPC GCC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PowerPC Architecture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Automotive systems, aerospace, industrial controllers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367751" y="560325"/>
            <a:ext cx="71775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en-US"/>
              <a:t>Cross Compiler vs Native Compiler </a:t>
            </a:r>
            <a:endParaRPr/>
          </a:p>
        </p:txBody>
      </p:sp>
      <p:graphicFrame>
        <p:nvGraphicFramePr>
          <p:cNvPr id="177" name="Google Shape;177;p22"/>
          <p:cNvGraphicFramePr/>
          <p:nvPr/>
        </p:nvGraphicFramePr>
        <p:xfrm>
          <a:off x="612300" y="175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{4C3977C8-6C0C-43E2-B871-F3D74B9BA7E7}</a:tableStyleId>
              </a:tblPr>
              <a:tblGrid>
                <a:gridCol w="2991725"/>
                <a:gridCol w="2991725"/>
                <a:gridCol w="2891775"/>
              </a:tblGrid>
              <a:tr h="597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2"/>
                          </a:solidFill>
                          <a:highlight>
                            <a:schemeClr val="accent1"/>
                          </a:highlight>
                        </a:rPr>
                        <a:t>Features</a:t>
                      </a:r>
                      <a:endParaRPr b="1" sz="2000">
                        <a:solidFill>
                          <a:schemeClr val="dk2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2"/>
                          </a:solidFill>
                          <a:highlight>
                            <a:schemeClr val="accent1"/>
                          </a:highlight>
                        </a:rPr>
                        <a:t>Cross Compiler</a:t>
                      </a:r>
                      <a:endParaRPr b="1" sz="2000">
                        <a:solidFill>
                          <a:schemeClr val="dk2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2"/>
                          </a:solidFill>
                          <a:highlight>
                            <a:schemeClr val="accent1"/>
                          </a:highlight>
                        </a:rPr>
                        <a:t>Native Compiler</a:t>
                      </a:r>
                      <a:endParaRPr b="1" sz="2000">
                        <a:solidFill>
                          <a:schemeClr val="dk2"/>
                        </a:solidFill>
                        <a:highlight>
                          <a:schemeClr val="accent1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62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Host &amp; Target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Different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Output Code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Different Architecture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Same Architecture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Main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Embedded Systems, IoT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Desktop Applications,Web Applications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Portability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High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Limited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Example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ARM GCC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GCC ,IDLE,Nodejs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452450" y="465675"/>
            <a:ext cx="73440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4200"/>
              <a:t>Advantages</a:t>
            </a:r>
            <a:endParaRPr sz="4200"/>
          </a:p>
        </p:txBody>
      </p:sp>
      <p:sp>
        <p:nvSpPr>
          <p:cNvPr id="184" name="Google Shape;184;p23"/>
          <p:cNvSpPr txBox="1"/>
          <p:nvPr>
            <p:ph idx="1" type="body"/>
          </p:nvPr>
        </p:nvSpPr>
        <p:spPr>
          <a:xfrm>
            <a:off x="452450" y="1957000"/>
            <a:ext cx="8988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550325" y="1294575"/>
            <a:ext cx="8988000" cy="21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 Independence: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software to be developed on one system and executed on different hardware architectures without modifying the source code.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Development: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developers to use powerful host systems with advanced debugging, testing, and build tools, significantly reducing development time.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Essential for Embedded Systems: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Makes it possible to develop applications for resource-constrained devices such as microcontrollers, IoT devices, automotive systems, and robotics.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-4353275" y="-1351150"/>
            <a:ext cx="835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7" name="Google Shape;187;p23"/>
          <p:cNvSpPr txBox="1"/>
          <p:nvPr/>
        </p:nvSpPr>
        <p:spPr>
          <a:xfrm>
            <a:off x="550325" y="3664525"/>
            <a:ext cx="430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4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Disa</a:t>
            </a:r>
            <a:r>
              <a:rPr lang="en-US" sz="40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dvantages</a:t>
            </a:r>
            <a:endParaRPr sz="16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550325" y="4399150"/>
            <a:ext cx="8890200" cy="2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Toolchain Configuration: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Setting up and maintaining cross-compilation environments requires careful configuration of compilers, libraries, and target-specific dependencies.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Debugging: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Errors that occur on the target hardware can be challenging to identify and reproduce because the development and execution environments differ.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Architecture-Specific Compatibility Issues: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Differences in processor architecture, memory layout, and operating systems may lead to compatibility and optimization challenges.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1" type="body"/>
          </p:nvPr>
        </p:nvSpPr>
        <p:spPr>
          <a:xfrm>
            <a:off x="877000" y="694953"/>
            <a:ext cx="8320200" cy="58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Evolution of Cross Compiler</a:t>
            </a:r>
            <a:endParaRPr b="1" sz="2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Computing (1960s–1970s):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Cross compilers were introduced to develop software for hardware that lacked sufficient memory and processing power to compile programs locally.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Embedded Systems Era (1980s–1990s):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became essential for programming microcontrollers, embedded devices, and real-time systems, enabling efficient firmware development.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Modern Development (2000s–Present):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Cross compilers now support diverse architectures such as ARM, RISC-V, x86, and MIPS, playing a critical role in IoT, automotive, mobile devices, robotics, and cloud-based software development.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3497150" y="2897250"/>
            <a:ext cx="38277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i="1" lang="en-US" sz="5600"/>
              <a:t>Thank You</a:t>
            </a:r>
            <a:endParaRPr b="1" i="1" sz="5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